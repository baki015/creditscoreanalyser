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417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324D"/>
                </a:solidFill>
              </a:rPr>
              <a:t>CreditGuard AI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05840" y="214884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5AA7"/>
                </a:solidFill>
              </a:rPr>
              <a:t>Digitalni kreditni službenik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278892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675"/>
                </a:solidFill>
              </a:rPr>
              <a:t>Procjena rizika bankrota kompanija pomoću Altman Z-Score metode i mašinskog učenja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416052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Student: Balša Klikovac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52628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675"/>
                </a:solidFill>
              </a:rPr>
              <a:t>Praktični projekat iz oblasti mašinskog učenja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Sadržaj prezentacije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" y="1417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AA7"/>
                </a:solidFill>
              </a:rPr>
              <a:t>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4168" y="141732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Opis problema i cilj sistema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AA7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44168" y="194767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Altman Z-Score metodologija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4780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AA7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44168" y="247802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Mašinsko učenje i feature engineering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30083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AA7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4168" y="3008376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Arhitektura i struktura aplikacije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5387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AA7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44168" y="353872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Funkcionalnosti i korisnički tok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AA7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44168" y="406908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Benefiti, zaključak i literatura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 motivacija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1288" y="1234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Banke i fondovi moraju brzo procijeniti finansijski rizik kompanija.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1288" y="17373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Ručna analiza finansijskih izvještaja traje dugo i zavisi od iskustva analitičara.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1288" y="22402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Kod većeg portfolia teško je brzo uočiti najrizičnije kompanije.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1288" y="27432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Zato je potreban alat koji standardizuje analizu i daje jasan rezultat.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20240" y="41605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4325112"/>
            <a:ext cx="7918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7"/>
                </a:solidFill>
              </a:rPr>
              <a:t>Ključno pitanje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21408" y="4690872"/>
            <a:ext cx="79187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Koliki je rizik da kompanija uđe u ozbiljne finansijske probleme ili bankrot u narednom periodu?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Cilj projekta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9903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Primarni cilj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764792"/>
            <a:ext cx="48097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Razviti funkcionalnu web aplikaciju koja automatizuje preliminarnu procjenu kreditnog i finansijskog rizika kompanija.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234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9903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Praktična vrijednost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764792"/>
            <a:ext cx="48097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Sistem pomaže analitičaru da brzo izdvoji stabilne, sumnjive i rizične kompanije prije detaljne ručne analize.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29718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računanje Altman Z-Score-a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410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34107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procjena rizika pomoću ML modela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384962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upload CSV/Excel fajlova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2885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7008" y="42885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portfolio pregled i vizuelizacija rizika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727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7008" y="4727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objašnjenje glavnih faktora rizika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Altman Z-Score metodologija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" y="11155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5AA7"/>
                </a:solidFill>
              </a:rPr>
              <a:t>Z = 1.2X₁ + 1.4X₂ + 3.3X₃ + 0.6X₄ + 1.0X₅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10332720" cy="358140"/>
          </a:xfrm>
          <a:prstGeom prst="rect">
            <a:avLst/>
          </a:prstGeom>
          <a:solidFill>
            <a:srgbClr val="EEF4FB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405993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Pokazatelj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93792" y="1947672"/>
            <a:ext cx="598017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Značenje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232660"/>
            <a:ext cx="10332720" cy="3581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305812"/>
            <a:ext cx="405993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X₁ = Working Capital / Total Assets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93792" y="2305812"/>
            <a:ext cx="598017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kratkoročna likvidnost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2590800"/>
            <a:ext cx="10332720" cy="358140"/>
          </a:xfrm>
          <a:prstGeom prst="rect">
            <a:avLst/>
          </a:prstGeom>
          <a:solidFill>
            <a:srgbClr val="FAFBFC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63952"/>
            <a:ext cx="405993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X₂ = Retained Earnings / Total Assets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93792" y="2663952"/>
            <a:ext cx="598017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akumulirana finansijska snaga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2948940"/>
            <a:ext cx="10332720" cy="3581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022092"/>
            <a:ext cx="405993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X₃ = EBIT / Total Assets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93792" y="3022092"/>
            <a:ext cx="598017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operativna profitabilnost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3307080"/>
            <a:ext cx="10332720" cy="358140"/>
          </a:xfrm>
          <a:prstGeom prst="rect">
            <a:avLst/>
          </a:prstGeom>
          <a:solidFill>
            <a:srgbClr val="FAFBFC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380232"/>
            <a:ext cx="405993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X₄ = Market Value / Total Liabilities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93792" y="3380232"/>
            <a:ext cx="598017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pokriće obaveza tržišnom vrijednošću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3665220"/>
            <a:ext cx="10332720" cy="3581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738372"/>
            <a:ext cx="405993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X₅ = Sales / Total Assets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93792" y="3738372"/>
            <a:ext cx="5980176" cy="21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efikasnost korišćenja aktive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325880" y="4572000"/>
            <a:ext cx="9509760" cy="301752"/>
          </a:xfrm>
          <a:prstGeom prst="rect">
            <a:avLst/>
          </a:prstGeom>
          <a:solidFill>
            <a:srgbClr val="EEF4FB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4645152"/>
            <a:ext cx="21396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Zona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85032" y="4645152"/>
            <a:ext cx="18653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Prag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96712" y="4645152"/>
            <a:ext cx="50657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Tumačenje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325880" y="4873752"/>
            <a:ext cx="9509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9032" y="4946904"/>
            <a:ext cx="21396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Safe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85032" y="4946904"/>
            <a:ext cx="18653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Z &gt; 2.9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96712" y="4946904"/>
            <a:ext cx="50657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nizak rizik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325880" y="5175504"/>
            <a:ext cx="9509760" cy="301752"/>
          </a:xfrm>
          <a:prstGeom prst="rect">
            <a:avLst/>
          </a:prstGeom>
          <a:solidFill>
            <a:srgbClr val="FAFBFC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99032" y="5248656"/>
            <a:ext cx="21396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Grey Zone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85032" y="5248656"/>
            <a:ext cx="18653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1.8 – 2.9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96712" y="5248656"/>
            <a:ext cx="50657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potrebna dodatna analiza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325880" y="5477256"/>
            <a:ext cx="95097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99032" y="5550408"/>
            <a:ext cx="213969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Distress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685032" y="5550408"/>
            <a:ext cx="18653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Z &lt; 1.8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96712" y="5550408"/>
            <a:ext cx="50657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visok rizik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Mašinsko učenje i feature engineering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0759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7"/>
                </a:solidFill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673352"/>
            <a:ext cx="30723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Altman Z-Score daje osnovnu finansijsku klasifikaciju i služi kao polazna metoda.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1430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30759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7"/>
                </a:solidFill>
              </a:rPr>
              <a:t>ML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673352"/>
            <a:ext cx="30723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Random Forest koristi više izvedenih pokazatelja i daje procenat rizika.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55280" y="11430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130759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7"/>
                </a:solidFill>
              </a:rPr>
              <a:t>Rezultat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56448" y="1673352"/>
            <a:ext cx="30723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Sistem kombinuje finansijsku formulu i model za praktičniju procjenu rizika.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29718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Feature-i: Z-Score, likvidnost, profitabilnost, zaduženost, tržišno pokriće obaveza.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34472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7008" y="34472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Model vraća vjerovatnoću rizika u procentima, a ne samo tekstualnu zonu.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3922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7008" y="392277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Evaluacija se prati kroz accuracy, precision, recall, F1-score i ROC-AUC.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43982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07008" y="43982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Recall je važan jer je opasno propustiti kompaniju sa stvarnim visokim rizikom.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Arhitektura sistema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8191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947672"/>
            <a:ext cx="27523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HTML, CSS i JavaScript prikazuju formu, dashboard i portfolio tabelu.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58191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Backend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27448" y="1947672"/>
            <a:ext cx="27523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FastAPI prima zahtjeve, obrađuje podatke i vraća rezultate analize.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14173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158191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Scoring + ML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76488" y="1947672"/>
            <a:ext cx="27523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Python računa Z-Score, priprema feature-e i koristi Random Forest model.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005072" y="2057400"/>
            <a:ext cx="384048" cy="0"/>
          </a:xfrm>
          <a:prstGeom prst="line">
            <a:avLst/>
          </a:prstGeom>
          <a:noFill/>
          <a:ln w="19050">
            <a:solidFill>
              <a:srgbClr val="1E5AA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54112" y="2057400"/>
            <a:ext cx="384048" cy="0"/>
          </a:xfrm>
          <a:prstGeom prst="line">
            <a:avLst/>
          </a:prstGeom>
          <a:noFill/>
          <a:ln w="19050">
            <a:solidFill>
              <a:srgbClr val="1E5AA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7008" y="365760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Frontend šalje podatke na REST API.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7008" y="40965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Backend provjerava kolone, računa pokazatelje i poziva ML model.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45354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07008" y="453542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Rezultat se vraća kao JSON i prikazuje korisniku u browseru.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4974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5AA7"/>
                </a:solidFill>
              </a:rPr>
              <a:t>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7008" y="497433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Aplikacija se pokreće lokalno i spremna je za GitHub repozitorijum.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Funkcionalnosti aplikacije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" y="1143000"/>
            <a:ext cx="10469880" cy="607423"/>
          </a:xfrm>
          <a:prstGeom prst="rect">
            <a:avLst/>
          </a:prstGeom>
          <a:solidFill>
            <a:srgbClr val="EEF4FB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216152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Funkcionalnost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85032" y="1216152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Opis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750423"/>
            <a:ext cx="1046988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23575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Ručni unos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85032" y="1823575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analiza jedne kompanije kroz formu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2357846"/>
            <a:ext cx="10469880" cy="607423"/>
          </a:xfrm>
          <a:prstGeom prst="rect">
            <a:avLst/>
          </a:prstGeom>
          <a:solidFill>
            <a:srgbClr val="FAFBFC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430998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CSV/Excel upload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85032" y="2430998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analiza više kompanija odjednom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2965269"/>
            <a:ext cx="1046988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038421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Z-Score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85032" y="3038421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automatsko računanje finansijskog score-a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3572691"/>
            <a:ext cx="10469880" cy="607423"/>
          </a:xfrm>
          <a:prstGeom prst="rect">
            <a:avLst/>
          </a:prstGeom>
          <a:solidFill>
            <a:srgbClr val="FAFBFC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645843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ML rizik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85032" y="3645843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procjena rizika u procentima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4180114"/>
            <a:ext cx="1046988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253266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Portfolio dashboard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85032" y="4253266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tabela, brojači i raspodjela rizika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" y="4787537"/>
            <a:ext cx="10469880" cy="607423"/>
          </a:xfrm>
          <a:prstGeom prst="rect">
            <a:avLst/>
          </a:prstGeom>
          <a:solidFill>
            <a:srgbClr val="FAFBFC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860689"/>
            <a:ext cx="259689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Objašnjenje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85032" y="4860689"/>
            <a:ext cx="7580376" cy="4611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kratak opis faktora koji utiču na rezultat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Korisnički tok i live demo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6245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252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Pokretanje backend-a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12710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</a:rPr>
              <a:t>FastAPI server radi na portu 8000.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Pokretanje frontend-a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23225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</a:rPr>
              <a:t>HTML aplikacija se otvara na portu 5500.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337560"/>
            <a:ext cx="502920" cy="502920"/>
          </a:xfrm>
          <a:prstGeom prst="ellipse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6557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Unos ili upload podataka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32120" y="33741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</a:rPr>
              <a:t>Korisnik unosi finansijske vrijednosti ili učitava CSV.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17136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Pregled rezultata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3212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</a:rPr>
              <a:t>Sistem prikazuje Z-Score, zonu, ML rizik i preporuku.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Benefiti sistema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07008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716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Brzina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737360"/>
            <a:ext cx="29809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Automatska obrada podataka smanjuje vrijeme preliminarne kreditne analize.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7408" y="1207008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3716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7"/>
                </a:solidFill>
              </a:rPr>
              <a:t>Standardizacija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8576" y="1737360"/>
            <a:ext cx="29809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Svaka kompanija se procjenjuje istim kriterijumima i istom metodologijom.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28432" y="1207008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3716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</a:rPr>
              <a:t>Pregled portfolia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1737360"/>
            <a:ext cx="298094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Analitičar brzo vidi koje kompanije zahtijevaju dodatnu pažnju.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7008" y="33375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smanjuje ručni rad i ponavljanje izračunavanja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008" y="3794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daje jasan trag kako je rezultat dobijen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4251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olakšava poređenje više kompanija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7008" y="47091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može se proširiti realnim javnim datasetom i dodatnim modelima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 i dalji razvoj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1288" y="12801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CreditGuard AI predstavlja funkcionalan prototip poslovnog ML alata za kreditnu analitiku.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10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1288" y="181051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Sistem kombinuje tradicionalnu finansijsku metodu i mašinsko učenje.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408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1288" y="234086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Aplikacija omogućava praktičan live demo kroz ručni unos i upload CSV/Excel fajla.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871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AA7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1288" y="287121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Dalji razvoj može uključiti SHAP objašnjenja, XGBoost/LightGBM, MLflow i cloud deploy.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80160" y="4709160"/>
            <a:ext cx="9646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4873752"/>
            <a:ext cx="9244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Konačna vrijednost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1328" y="5239512"/>
            <a:ext cx="9244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</a:rPr>
              <a:t>Alat pomaže analitičaru da brže, jasnije i dosljednije procijeni finansijski rizik kompanija.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Literatura i hvala na pažnji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832104"/>
            <a:ext cx="108813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1984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Literatura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5AA7"/>
                </a:solidFill>
              </a:rPr>
              <a:t>•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1645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Altman, E. I. (1968). Financial Ratios, Discriminant Analysis and the Prediction of Corporate Bankruptcy.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5AA7"/>
                </a:solidFill>
              </a:rPr>
              <a:t>•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07008" y="20391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Scikit-learn documentation: RandomForestClassifier i metrike evaluacije modela.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24323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5AA7"/>
                </a:solidFill>
              </a:rPr>
              <a:t>•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243230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FastAPI documentation: izrada REST API-ja i automatska API dokumentacija.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2825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5AA7"/>
                </a:solidFill>
              </a:rPr>
              <a:t>•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8254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Pandas documentation: obrada CSV i Excel podataka.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AA7"/>
                </a:solidFill>
              </a:rPr>
              <a:t>Hvala na pažnji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UDG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CreditGuard AI</dc:title>
  <dc:subject>Digitalni kreditni službenik</dc:subject>
  <dc:creator>Balša Klikovac</dc:creator>
  <cp:lastModifiedBy>Balša Klikovac</cp:lastModifiedBy>
  <cp:revision>1</cp:revision>
  <dcterms:created xsi:type="dcterms:W3CDTF">2026-06-13T22:30:21Z</dcterms:created>
  <dcterms:modified xsi:type="dcterms:W3CDTF">2026-06-13T22:30:21Z</dcterms:modified>
</cp:coreProperties>
</file>